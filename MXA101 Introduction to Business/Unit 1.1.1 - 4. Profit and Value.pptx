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9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4. Profit </a:t>
            </a:r>
            <a:r>
              <a:rPr lang="en-US" b="1" dirty="0" smtClean="0">
                <a:solidFill>
                  <a:schemeClr val="bg1"/>
                </a:solidFill>
              </a:rPr>
              <a:t>and Value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1.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What is a Business?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Profit and Value Matter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Basis of business decisions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Drives investor confidence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Impacts growth and sustainability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of strategy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Profit?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Profit = Revenue – Expenses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Measures short-term performance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Shows operational success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survival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Profit (Business </a:t>
            </a:r>
            <a:r>
              <a:rPr lang="en-US" b="1" dirty="0" smtClean="0">
                <a:solidFill>
                  <a:schemeClr val="bg1"/>
                </a:solidFill>
              </a:rPr>
              <a:t>View)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Gross Profit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Operating Profit (EBIT)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Profit Before 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Net Profit After Tax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Normal Profit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Economic Profit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Normal profit = opportunity cost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Economic profit = real surplus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Includes implicit costs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for strategic decisions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657600"/>
            <a:ext cx="541020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Profit Maximization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Goal: maximize difference between revenue and cost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just maximum sales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Optimal operating point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pricing &amp; output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962400"/>
            <a:ext cx="662029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Profit Maximization </a:t>
            </a:r>
            <a:r>
              <a:rPr lang="en-US" b="1" dirty="0" smtClean="0">
                <a:solidFill>
                  <a:schemeClr val="bg1"/>
                </a:solidFill>
              </a:rPr>
              <a:t>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Pricing decisions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Cost control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Demand sensitivity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Competitive positioning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Value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Value ≠ current profit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perspective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Based on future earnings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Investor viewpoint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752600"/>
            <a:ext cx="4054354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Business </a:t>
            </a:r>
            <a:r>
              <a:rPr lang="en-US" b="1" dirty="0" smtClean="0">
                <a:solidFill>
                  <a:schemeClr val="bg1"/>
                </a:solidFill>
              </a:rPr>
              <a:t>Value?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Present value of future profits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Time value of money applied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Risk-adjusted expectations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of valuation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505200"/>
            <a:ext cx="6035113" cy="291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Present Value is Important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Money today &gt; money tomorrow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Inflation impact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consideration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Investment decisions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286000"/>
            <a:ext cx="3581400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Profit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Value – Key Difference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Profit = short-term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= long-term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Operational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strategic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Manager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investor focus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752600"/>
            <a:ext cx="3505200" cy="206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Link Between Profit Maximization &amp; Value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429000" cy="4571999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Profit drives future cash flows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Sustainable profit increases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Short-term profit traps exist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thinking required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981200"/>
            <a:ext cx="4953000" cy="2923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Strategic Decisions Impacting Value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Investment in innovation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Brand building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 loyalty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management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Role of Strategy &amp; Competition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Competitive advantage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interactions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positioning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Profit shows performance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shows potential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Both are interconnected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Strategy bridges the gap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Conclusion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Profit builds survival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builds legacy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Learn to think long-term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345</Words>
  <Application>Microsoft Office PowerPoint</Application>
  <PresentationFormat>On-screen Show (4:3)</PresentationFormat>
  <Paragraphs>130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4. Profit and Value</vt:lpstr>
      <vt:lpstr>Why Profit and Value Matter</vt:lpstr>
      <vt:lpstr>What is Profit?</vt:lpstr>
      <vt:lpstr>Types of Profit (Business View)</vt:lpstr>
      <vt:lpstr>Normal Profit vs Economic Profit</vt:lpstr>
      <vt:lpstr>Profit Maximization Concept</vt:lpstr>
      <vt:lpstr>Real-World Profit Maximization Example</vt:lpstr>
      <vt:lpstr>Introduction to Value</vt:lpstr>
      <vt:lpstr>What is Business Value?</vt:lpstr>
      <vt:lpstr>Why Present Value is Important</vt:lpstr>
      <vt:lpstr>Profit vs Value – Key Difference</vt:lpstr>
      <vt:lpstr>Link Between Profit Maximization &amp; Value</vt:lpstr>
      <vt:lpstr>Strategic Decisions Impacting Value</vt:lpstr>
      <vt:lpstr>Role of Strategy &amp; Competition</vt:lpstr>
      <vt:lpstr>Key Takeaways</vt:lpstr>
      <vt:lpstr>Conclusion 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87</cp:revision>
  <dcterms:created xsi:type="dcterms:W3CDTF">2006-08-16T00:00:00Z</dcterms:created>
  <dcterms:modified xsi:type="dcterms:W3CDTF">2026-01-05T08:45:36Z</dcterms:modified>
</cp:coreProperties>
</file>