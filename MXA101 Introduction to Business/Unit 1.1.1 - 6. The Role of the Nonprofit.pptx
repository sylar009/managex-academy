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6. The Role of the Nonprofit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What is a Business?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Nonprofit Organizations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Understanding the concept of nonprofits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profit-driven and purpose-driven organizations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Social impact as the main focus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nonprofits in economic and community </a:t>
            </a:r>
            <a:r>
              <a:rPr lang="en-US" dirty="0" smtClean="0">
                <a:solidFill>
                  <a:schemeClr val="bg1"/>
                </a:solidFill>
              </a:rPr>
              <a:t>development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Nonprofit Organization?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Organization formed for a mission, not for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Does not distribute earnings to owners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Surplus revenue is reinvested into objectives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operate with staff or volunteers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Legally recognized entity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362200"/>
            <a:ext cx="458621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Surplus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Profit in Nonprofits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Surplus allowed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dividends to shareholders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Earnings used for expansion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Funds retained for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Financial discipline still important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733800"/>
            <a:ext cx="6934200" cy="263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Legal Forms of Nonprofits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Can be registered as: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Corporations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Trusts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Cooperatives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Informal nonprofits also 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Governance structure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Jurisdiction defines operations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Governance in Nonprofits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Board members or trustees govern the NPO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Fiduciary duty towards organization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Duty of loyalty and trust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Accountability to donors and community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supervision required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038600"/>
            <a:ext cx="6867525" cy="23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Staffing </a:t>
            </a:r>
            <a:r>
              <a:rPr lang="en-US" b="1" dirty="0" smtClean="0">
                <a:solidFill>
                  <a:schemeClr val="bg1"/>
                </a:solidFill>
              </a:rPr>
              <a:t>Structure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Many nonprofits have paid staff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of: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Volunteers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Unpaid executives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Nominal compensation possible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Mix of professional managers and helpers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Financial Reporting Requirements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Large NPOs publish financial statements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Income and expenditure transparency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Auditing provisions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Accountability to funding 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fund management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Nonprofit </a:t>
            </a:r>
            <a:r>
              <a:rPr lang="en-US" b="1" dirty="0" smtClean="0">
                <a:solidFill>
                  <a:schemeClr val="bg1"/>
                </a:solidFill>
              </a:rPr>
              <a:t>Organizations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Membership-based organizations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Board-only organizations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Donor-supported institutions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Charitable and service organizations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Foundations and supporting organizations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Tax Exemption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NPOs may receive tax benefits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Donations often tax deductible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Exemption depends on compliance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Government oversight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Tax status helps social missions grow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 of Nonprofits in Society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Support arts and culture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Aid health and wellness sectors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Promote education and awareness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Help community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 for social harmony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572000"/>
            <a:ext cx="7138988" cy="1388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Community Orientation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Strong local 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Focus on real community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Build trust and relationships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social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Outreach programs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Study Nonprofits?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Understand social impact 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Learn ethical leadership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Develop organizing skills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Balance mission and resources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Broader career understanding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Nonprofit as Organized System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Composition of individuals and groups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Coordinated goals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Structured organizing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Professional accountability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planning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Conclusion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Nonprofits drive community progress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Mission over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Governance ensures trust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Financial discipline builds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part of modern business ecosystem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</TotalTime>
  <Words>411</Words>
  <Application>Microsoft Office PowerPoint</Application>
  <PresentationFormat>On-screen Show (4:3)</PresentationFormat>
  <Paragraphs>139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6. The Role of the Nonprofit</vt:lpstr>
      <vt:lpstr>Introduction to Nonprofit Organizations</vt:lpstr>
      <vt:lpstr>What is a Nonprofit Organization?</vt:lpstr>
      <vt:lpstr>Surplus vs Profit in Nonprofits</vt:lpstr>
      <vt:lpstr>Legal Forms of Nonprofits</vt:lpstr>
      <vt:lpstr>Governance in Nonprofits</vt:lpstr>
      <vt:lpstr>Staffing Structure</vt:lpstr>
      <vt:lpstr>Financial Reporting Requirements</vt:lpstr>
      <vt:lpstr>Types of Nonprofit Organizations</vt:lpstr>
      <vt:lpstr>Tax Exemption Concept</vt:lpstr>
      <vt:lpstr>Role of Nonprofits in Society</vt:lpstr>
      <vt:lpstr>Community Orientation</vt:lpstr>
      <vt:lpstr>Why Study Nonprofits?</vt:lpstr>
      <vt:lpstr>Nonprofit as Organized System</vt:lpstr>
      <vt:lpstr>Conclusion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83</cp:revision>
  <dcterms:created xsi:type="dcterms:W3CDTF">2006-08-16T00:00:00Z</dcterms:created>
  <dcterms:modified xsi:type="dcterms:W3CDTF">2026-01-07T05:45:04Z</dcterms:modified>
</cp:coreProperties>
</file>