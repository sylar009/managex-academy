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24"/>
  </p:notesMasterIdLst>
  <p:sldIdLst>
    <p:sldId id="256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68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FE648B-3F50-4C04-B3BC-3BAF618C1A43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461934-F303-4EB7-B8F6-D8364FC5774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21E9B-8A86-4C0B-A166-586F4A999CB9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66B88-E156-4BFD-80CF-E9B7FAC1F171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8D5F-C3BF-427B-B5A1-A556821339CB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CDA16-7AA1-455F-BB8D-2640DBE0C8B8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04B11-C8F7-4D28-94E0-78C9A449EE7C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E65AD-8F2A-40C9-B729-6331E69EC3DB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532D5-806E-4D08-A513-FAD507E10B60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6D30-F3DF-4A44-A2EA-9B9B8EB73098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26EC1-232C-4875-AD6F-901091F0E0A8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EDB0C-BA34-4E1D-9199-671B35D178C6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4342FB-3F69-4867-9702-AFDBB7F33905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1. 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en-IN" sz="3400" dirty="0" smtClean="0">
                <a:solidFill>
                  <a:schemeClr val="bg1"/>
                </a:solidFill>
                <a:latin typeface="+mj-lt"/>
              </a:rPr>
              <a:t>Topic 1</a:t>
            </a:r>
            <a:r>
              <a:rPr lang="en-IN" sz="3400" dirty="0" smtClean="0">
                <a:solidFill>
                  <a:schemeClr val="bg1"/>
                </a:solidFill>
              </a:rPr>
              <a:t>. </a:t>
            </a:r>
            <a:r>
              <a:rPr lang="en-US" sz="3400" dirty="0" smtClean="0">
                <a:solidFill>
                  <a:schemeClr val="bg1"/>
                </a:solidFill>
              </a:rPr>
              <a:t>Understanding Economic Systems</a:t>
            </a:r>
          </a:p>
          <a:p>
            <a:pPr algn="l"/>
            <a:r>
              <a:rPr lang="en-IN" sz="3400" dirty="0" smtClean="0">
                <a:solidFill>
                  <a:schemeClr val="bg1"/>
                </a:solidFill>
                <a:latin typeface="+mj-lt"/>
              </a:rPr>
              <a:t>Chapter 1. </a:t>
            </a:r>
            <a:r>
              <a:rPr lang="en-US" sz="3400" dirty="0" smtClean="0">
                <a:solidFill>
                  <a:schemeClr val="bg1"/>
                </a:solidFill>
              </a:rPr>
              <a:t>Productivity and the Business Cycle </a:t>
            </a:r>
            <a:r>
              <a:rPr lang="en-IN" sz="3400" dirty="0" smtClean="0">
                <a:solidFill>
                  <a:schemeClr val="bg1"/>
                </a:solidFill>
                <a:latin typeface="+mj-lt"/>
              </a:rPr>
              <a:t/>
            </a:r>
            <a:br>
              <a:rPr lang="en-IN" sz="3400" dirty="0" smtClean="0">
                <a:solidFill>
                  <a:schemeClr val="bg1"/>
                </a:solidFill>
                <a:latin typeface="+mj-lt"/>
              </a:rPr>
            </a:br>
            <a:r>
              <a:rPr lang="en-IN" sz="3400" dirty="0" smtClean="0">
                <a:solidFill>
                  <a:schemeClr val="bg1"/>
                </a:solidFill>
                <a:latin typeface="+mj-lt"/>
              </a:rPr>
              <a:t>Unit 1. The Context of Business.</a:t>
            </a:r>
            <a:endParaRPr lang="en-US" sz="3400" dirty="0" smtClean="0">
              <a:solidFill>
                <a:schemeClr val="bg1"/>
              </a:solidFill>
              <a:latin typeface="+mj-lt"/>
            </a:endParaRPr>
          </a:p>
          <a:p>
            <a:pPr algn="l"/>
            <a:r>
              <a:rPr lang="en-US" sz="3400" dirty="0" smtClean="0">
                <a:solidFill>
                  <a:schemeClr val="bg1"/>
                </a:solidFill>
                <a:latin typeface="+mj-lt"/>
              </a:rPr>
              <a:t>MXA101 – Introduction To Business</a:t>
            </a:r>
          </a:p>
          <a:p>
            <a:pPr algn="r"/>
            <a:r>
              <a:rPr lang="en-US" dirty="0" smtClean="0">
                <a:solidFill>
                  <a:schemeClr val="bg1"/>
                </a:solidFill>
              </a:rPr>
              <a:t>-By </a:t>
            </a:r>
            <a:r>
              <a:rPr lang="en-US" dirty="0" err="1" smtClean="0">
                <a:solidFill>
                  <a:schemeClr val="bg1"/>
                </a:solidFill>
              </a:rPr>
              <a:t>ManageX</a:t>
            </a:r>
            <a:r>
              <a:rPr lang="en-US" dirty="0" smtClean="0">
                <a:solidFill>
                  <a:schemeClr val="bg1"/>
                </a:solidFill>
              </a:rPr>
              <a:t> Academy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79CF6-6316-4F25-B762-1AA6C86FF190}" type="datetime1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@</a:t>
            </a:r>
            <a:r>
              <a:rPr lang="en-US" dirty="0" err="1" smtClean="0"/>
              <a:t>ManageXAcademy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Understanding Economic Systems – Why It Matters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Meaning of an economic system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How economies organize production and distribution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Role of businesses, people, and government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Link between economic systems and business success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What Is Productivity in an Economy?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Definition of productivity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Output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hours worked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productivity is a key economic indicator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Relationship between productivity and growth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Why Some Economies Are More Productive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48199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Role of technology and innovation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Skill level of the workforce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Efficient use of resources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Impact on cost of goods and services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Technology as a Productivity Multiplier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133599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Automation and digital tools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Faster production with fewer resources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Examples from manufacturing and services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Technology lowering business costs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3886200"/>
            <a:ext cx="6705600" cy="22489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Business Organizations in an Economy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For-profit organizations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Not-for-profit organizations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Shared management principles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Difference in goals, similarity in operations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Understanding Not-for-Profit Organizations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Purpose beyond profit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Focus on social impact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Economic contribution of nonprofits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nonprofits matter to society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3962400"/>
            <a:ext cx="5410200" cy="2327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Mission and Vision in Nonprofit Organizations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Importance of shared vision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Alignment between people and purpose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Decision-making driven by mission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Long-term sustainability of nonprofits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Case Insight – Purpose-Driven Organizations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Mission-led problem solving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Rapid response and execution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 of skilled human resources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High engagement and motivation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How Nonprofits Operate Like Businesses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1336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Structured departments and roles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Operations, marketing, finance, and HR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Performance measurement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Strategic planning and execution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3657600"/>
            <a:ext cx="4520663" cy="267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Role of Volunteers and Human Capital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Skilled volunteers as a strategic asset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Cost efficiency and flexibility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Training and deployment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Leadership development opportunities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Funding and Partnerships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Donations and grants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Corporate partnerships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Strategic alliances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Importance of trust and transparency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The Business Environment Explained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Internal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external environment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Economic, social, political, and legal forces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Competitive pressures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Constant change as a business reality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3886200"/>
            <a:ext cx="5194856" cy="2436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Risk, Profit, and Survival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Relationship between risk and reward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many businesses fail early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Importance of adaptability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Strategic decision-making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Economic Systems and Business Activity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How economies create jobs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Role of consumers and producers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Competition among businesses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Value creation process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3886200"/>
            <a:ext cx="4724400" cy="24852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Role of Government in Economic Systems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Taxation and incentives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Regulation of markets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Support for economic stability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Influence on business decisions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3810000"/>
            <a:ext cx="5193792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Supply and Demand Basics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Demand driven by consumer needs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Supply driven by production capacity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Price determination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Market equilibrium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3962400"/>
            <a:ext cx="4191000" cy="249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Economic Cycles and Business Impact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Expansion and growth phases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Slowdowns and recessions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Business risks during cycles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Importance of planning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3962400"/>
            <a:ext cx="4800600" cy="24547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Managing Change in Business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286000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Change as the only constant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Tracking trends and signals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Innovation and flexibility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Strategic foresight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3886200"/>
            <a:ext cx="7041283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Key Skills for Future Managers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Economic awareness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Strategic thinking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Data-driven decisions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Purpose-led leadership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Key Takeaways – Economic Systems &amp; You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Economic systems shape opportunities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Productivity drives prosperity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Purpose and profit can coexist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Adaptability defines success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1026" name="Picture 2" descr="D:\ManageX Academy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0"/>
            <a:ext cx="6477000" cy="6477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824</TotalTime>
  <Words>532</Words>
  <Application>Microsoft Office PowerPoint</Application>
  <PresentationFormat>On-screen Show (4:3)</PresentationFormat>
  <Paragraphs>171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1. Introduction</vt:lpstr>
      <vt:lpstr>Understanding Economic Systems – Why It Matters</vt:lpstr>
      <vt:lpstr>What Is Productivity in an Economy?</vt:lpstr>
      <vt:lpstr>Why Some Economies Are More Productive</vt:lpstr>
      <vt:lpstr>Technology as a Productivity Multiplier</vt:lpstr>
      <vt:lpstr>Business Organizations in an Economy</vt:lpstr>
      <vt:lpstr>Understanding Not-for-Profit Organizations</vt:lpstr>
      <vt:lpstr>Mission and Vision in Nonprofit Organizations</vt:lpstr>
      <vt:lpstr>Case Insight – Purpose-Driven Organizations</vt:lpstr>
      <vt:lpstr>How Nonprofits Operate Like Businesses</vt:lpstr>
      <vt:lpstr>Role of Volunteers and Human Capital</vt:lpstr>
      <vt:lpstr>Funding and Partnerships</vt:lpstr>
      <vt:lpstr>The Business Environment Explained</vt:lpstr>
      <vt:lpstr>Risk, Profit, and Survival</vt:lpstr>
      <vt:lpstr>Economic Systems and Business Activity</vt:lpstr>
      <vt:lpstr>Role of Government in Economic Systems</vt:lpstr>
      <vt:lpstr>Supply and Demand Basics</vt:lpstr>
      <vt:lpstr>Economic Cycles and Business Impact</vt:lpstr>
      <vt:lpstr>Managing Change in Business</vt:lpstr>
      <vt:lpstr>Key Skills for Future Managers</vt:lpstr>
      <vt:lpstr>Key Takeaways – Economic Systems &amp; You</vt:lpstr>
      <vt:lpstr>Slide 22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86</cp:revision>
  <dcterms:created xsi:type="dcterms:W3CDTF">2006-08-16T00:00:00Z</dcterms:created>
  <dcterms:modified xsi:type="dcterms:W3CDTF">2026-01-12T16:06:49Z</dcterms:modified>
</cp:coreProperties>
</file>