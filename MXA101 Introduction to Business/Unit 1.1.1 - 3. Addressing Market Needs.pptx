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8"/>
  </p:notesMasterIdLst>
  <p:sldIdLst>
    <p:sldId id="256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68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FE648B-3F50-4C04-B3BC-3BAF618C1A43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461934-F303-4EB7-B8F6-D8364FC5774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21E9B-8A86-4C0B-A166-586F4A999CB9}" type="datetime1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66B88-E156-4BFD-80CF-E9B7FAC1F171}" type="datetime1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8D5F-C3BF-427B-B5A1-A556821339CB}" type="datetime1">
              <a:rPr lang="en-US" smtClean="0"/>
              <a:pPr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CDA16-7AA1-455F-BB8D-2640DBE0C8B8}" type="datetime1">
              <a:rPr lang="en-US" smtClean="0"/>
              <a:pPr/>
              <a:t>1/2/2026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04B11-C8F7-4D28-94E0-78C9A449EE7C}" type="datetime1">
              <a:rPr lang="en-US" smtClean="0"/>
              <a:pPr/>
              <a:t>1/2/2026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E65AD-8F2A-40C9-B729-6331E69EC3DB}" type="datetime1">
              <a:rPr lang="en-US" smtClean="0"/>
              <a:pPr/>
              <a:t>1/2/2026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532D5-806E-4D08-A513-FAD507E10B60}" type="datetime1">
              <a:rPr lang="en-US" smtClean="0"/>
              <a:pPr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6D30-F3DF-4A44-A2EA-9B9B8EB73098}" type="datetime1">
              <a:rPr lang="en-US" smtClean="0"/>
              <a:pPr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26EC1-232C-4875-AD6F-901091F0E0A8}" type="datetime1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EDB0C-BA34-4E1D-9199-671B35D178C6}" type="datetime1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4342FB-3F69-4867-9702-AFDBB7F33905}" type="datetime1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3. Addressing Market Needs</a:t>
            </a:r>
            <a:endParaRPr lang="en-US" b="1" dirty="0" smtClean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en-IN" sz="3400" dirty="0" smtClean="0">
                <a:solidFill>
                  <a:schemeClr val="bg1"/>
                </a:solidFill>
                <a:latin typeface="+mj-lt"/>
              </a:rPr>
              <a:t>Topic 1. </a:t>
            </a:r>
            <a:r>
              <a:rPr lang="en-US" sz="3400" dirty="0" smtClean="0">
                <a:solidFill>
                  <a:schemeClr val="bg1"/>
                </a:solidFill>
                <a:latin typeface="+mj-lt"/>
              </a:rPr>
              <a:t>What is a Business?</a:t>
            </a:r>
          </a:p>
          <a:p>
            <a:pPr algn="l"/>
            <a:r>
              <a:rPr lang="en-IN" sz="3400" dirty="0" smtClean="0">
                <a:solidFill>
                  <a:schemeClr val="bg1"/>
                </a:solidFill>
                <a:latin typeface="+mj-lt"/>
              </a:rPr>
              <a:t>Chapter 1. Business Basics.</a:t>
            </a:r>
            <a:br>
              <a:rPr lang="en-IN" sz="3400" dirty="0" smtClean="0">
                <a:solidFill>
                  <a:schemeClr val="bg1"/>
                </a:solidFill>
                <a:latin typeface="+mj-lt"/>
              </a:rPr>
            </a:br>
            <a:r>
              <a:rPr lang="en-IN" sz="3400" dirty="0" smtClean="0">
                <a:solidFill>
                  <a:schemeClr val="bg1"/>
                </a:solidFill>
                <a:latin typeface="+mj-lt"/>
              </a:rPr>
              <a:t>Unit 1. The Context of Business.</a:t>
            </a:r>
            <a:endParaRPr lang="en-US" sz="3400" dirty="0" smtClean="0">
              <a:solidFill>
                <a:schemeClr val="bg1"/>
              </a:solidFill>
              <a:latin typeface="+mj-lt"/>
            </a:endParaRPr>
          </a:p>
          <a:p>
            <a:pPr algn="l"/>
            <a:r>
              <a:rPr lang="en-US" sz="3400" dirty="0" smtClean="0">
                <a:solidFill>
                  <a:schemeClr val="bg1"/>
                </a:solidFill>
                <a:latin typeface="+mj-lt"/>
              </a:rPr>
              <a:t>MXA101 – Introduction To Business</a:t>
            </a:r>
          </a:p>
          <a:p>
            <a:pPr algn="r"/>
            <a:r>
              <a:rPr lang="en-US" dirty="0" smtClean="0">
                <a:solidFill>
                  <a:schemeClr val="bg1"/>
                </a:solidFill>
              </a:rPr>
              <a:t>-By </a:t>
            </a:r>
            <a:r>
              <a:rPr lang="en-US" dirty="0" err="1" smtClean="0">
                <a:solidFill>
                  <a:schemeClr val="bg1"/>
                </a:solidFill>
              </a:rPr>
              <a:t>ManageX</a:t>
            </a:r>
            <a:r>
              <a:rPr lang="en-US" dirty="0" smtClean="0">
                <a:solidFill>
                  <a:schemeClr val="bg1"/>
                </a:solidFill>
              </a:rPr>
              <a:t> Academy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79CF6-6316-4F25-B762-1AA6C86FF190}" type="datetime1">
              <a:rPr lang="en-US" smtClean="0"/>
              <a:pPr/>
              <a:t>1/2/2026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@</a:t>
            </a:r>
            <a:r>
              <a:rPr lang="en-US" dirty="0" err="1" smtClean="0"/>
              <a:t>ManageXAcademy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Why Market Needs Matter in Business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Market needs decide business survival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Customers drive revenue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Wrong assumptions lead to failure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Foundation of strategy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What is a Market?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Group of potential customers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Buyers and sellers interaction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Exchange of goods and services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Physical and digital forms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1676400"/>
            <a:ext cx="4353059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Types of Markets (Real-World View)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860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Physical retail markets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Online / digital markets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Financial markets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Labor and commodity markets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Regulated and illegal markets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3886200"/>
            <a:ext cx="6225635" cy="255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Demand – The Core of Any Market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Desire to buy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Ability to pay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Price sensitivity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Influenced by income &amp; trends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Customer Focus &amp; Market Orientation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0574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Customer-centric approach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Decisions driven by consumer needs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Strategy starts from market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Long-term loyalty creation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3657600"/>
            <a:ext cx="68580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Why Market Research is Essential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3434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Understand customer needs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Reduce business risk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Identify opportunities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Beat competition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53000" y="1600200"/>
            <a:ext cx="3711807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What is Market Research?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362200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Systematic data collection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Customer behavior analysis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Market size &amp; competition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Decision-making support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4038600"/>
            <a:ext cx="8594601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Market Segmentation – One Size Doesn’t Fit All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7526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Dividing market into subgroups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Similar needs and behavior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Better targeting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Efficient marketing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3352800"/>
            <a:ext cx="7239000" cy="305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Types </a:t>
            </a:r>
            <a:r>
              <a:rPr lang="en-US" b="1" dirty="0" smtClean="0">
                <a:solidFill>
                  <a:schemeClr val="bg1"/>
                </a:solidFill>
              </a:rPr>
              <a:t>of Market </a:t>
            </a:r>
            <a:r>
              <a:rPr lang="en-US" b="1" dirty="0" smtClean="0">
                <a:solidFill>
                  <a:schemeClr val="bg1"/>
                </a:solidFill>
              </a:rPr>
              <a:t>Segmentation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Geographic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Demographic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Psychographic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Behavioral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Technology-based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Understanding Market </a:t>
            </a:r>
            <a:r>
              <a:rPr lang="en-US" b="1" dirty="0" smtClean="0">
                <a:solidFill>
                  <a:schemeClr val="bg1"/>
                </a:solidFill>
              </a:rPr>
              <a:t>Trends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Upward and downward movements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Changing customer preferences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Technology impact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Competitive dynamics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Market Size &amp; Competitive </a:t>
            </a:r>
            <a:r>
              <a:rPr lang="en-US" b="1" dirty="0" smtClean="0">
                <a:solidFill>
                  <a:schemeClr val="bg1"/>
                </a:solidFill>
              </a:rPr>
              <a:t>Analysis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Estimating potential customers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Studying competitors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Understanding substitutes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Measuring effectiveness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72200" y="1752600"/>
            <a:ext cx="2358992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Practical Example – Entertainment Industry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9050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Concept testing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Audience feedback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Promotional testing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Post-launch analysis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3505200"/>
            <a:ext cx="7055219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Key Takeaways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Market understanding = business survival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Customer is the starting point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Research reduces uncertainty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Segmentation improves focus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Conclusion &amp; CTA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Market needs drive strategy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Foundation of marketing &amp; business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Learn, analyze, adapt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1026" name="Picture 2" descr="D:\ManageX Academy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0"/>
            <a:ext cx="6477000" cy="6477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834</TotalTime>
  <Words>327</Words>
  <Application>Microsoft Office PowerPoint</Application>
  <PresentationFormat>On-screen Show (4:3)</PresentationFormat>
  <Paragraphs>124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3. Addressing Market Needs</vt:lpstr>
      <vt:lpstr>Why Market Needs Matter in Business</vt:lpstr>
      <vt:lpstr>What is a Market?</vt:lpstr>
      <vt:lpstr>Types of Markets (Real-World View)</vt:lpstr>
      <vt:lpstr>Demand – The Core of Any Market</vt:lpstr>
      <vt:lpstr>Customer Focus &amp; Market Orientation</vt:lpstr>
      <vt:lpstr>Why Market Research is Essential</vt:lpstr>
      <vt:lpstr>What is Market Research?</vt:lpstr>
      <vt:lpstr>Market Segmentation – One Size Doesn’t Fit All</vt:lpstr>
      <vt:lpstr>Types of Market Segmentation</vt:lpstr>
      <vt:lpstr>Understanding Market Trends</vt:lpstr>
      <vt:lpstr>Market Size &amp; Competitive Analysis</vt:lpstr>
      <vt:lpstr>Practical Example – Entertainment Industry</vt:lpstr>
      <vt:lpstr>Key Takeaways</vt:lpstr>
      <vt:lpstr>Conclusion &amp; CTA</vt:lpstr>
      <vt:lpstr>Slide 16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86</cp:revision>
  <dcterms:created xsi:type="dcterms:W3CDTF">2006-08-16T00:00:00Z</dcterms:created>
  <dcterms:modified xsi:type="dcterms:W3CDTF">2026-01-02T17:10:09Z</dcterms:modified>
</cp:coreProperties>
</file>