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1. Goals </a:t>
            </a:r>
            <a:r>
              <a:rPr lang="en-US" b="1" dirty="0" smtClean="0">
                <a:solidFill>
                  <a:schemeClr val="bg1"/>
                </a:solidFill>
              </a:rPr>
              <a:t>of a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What is a Business?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Introduction To Business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Business?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is an organized economic activity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Produces goods or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Objective: Value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Operates within society and economy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Primary Purpose of a Business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Profit generation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Wealth creation for owners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Responsible operations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Stakeholders in a Business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Owners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Suppliers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Society &amp; Government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Economic Value &amp; Stakeholder Balance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Value creation beyond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Balancing conflicting interests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business health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decision-making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Profit Maximization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Revenue minus cost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survival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be the only objective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growth &amp; expansion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Social Responsibility &amp; Social Benefit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Responsibility towards society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business practices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Environmental concern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growth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Innovation as a Business Goal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Continuous improvement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Creativity and innovation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Competitive advantage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 involvement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Contract Theory of Business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as a community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Mutual rights and duties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Participative decision-making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Stakeholder Theory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Voice of affected groups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Customers and community matter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accountability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trust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Business as Property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Ownership rights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Legal boundaries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Moral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unlimited freedom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Conclusion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has multiple goals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+ Responsibility + Innovation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Stakeholder balance is key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vision matters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</TotalTime>
  <Words>249</Words>
  <Application>Microsoft Office PowerPoint</Application>
  <PresentationFormat>On-screen Show (4:3)</PresentationFormat>
  <Paragraphs>100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1. Goals of a Business</vt:lpstr>
      <vt:lpstr>What is a Business?</vt:lpstr>
      <vt:lpstr>Primary Purpose of a Business</vt:lpstr>
      <vt:lpstr>Stakeholders in a Business</vt:lpstr>
      <vt:lpstr>Economic Value &amp; Stakeholder Balance</vt:lpstr>
      <vt:lpstr>Profit Maximization Concept</vt:lpstr>
      <vt:lpstr>Social Responsibility &amp; Social Benefit</vt:lpstr>
      <vt:lpstr>Innovation as a Business Goal</vt:lpstr>
      <vt:lpstr>Contract Theory of Business</vt:lpstr>
      <vt:lpstr>Stakeholder Theory</vt:lpstr>
      <vt:lpstr>Business as Property Concept</vt:lpstr>
      <vt:lpstr>Conclusion &amp; Key Takeaways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76</cp:revision>
  <dcterms:created xsi:type="dcterms:W3CDTF">2006-08-16T00:00:00Z</dcterms:created>
  <dcterms:modified xsi:type="dcterms:W3CDTF">2026-01-01T12:25:36Z</dcterms:modified>
</cp:coreProperties>
</file>