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1. Environmentalism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</a:t>
            </a: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4</a:t>
            </a: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Environmentalism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Environmentalism &amp; Business – Why It Matters Today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Meaning of environmentalism in a business context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Shift from profit-only mindset to responsible growth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Rising pressure from customers, regulators, and society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 as a strategic business concern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657600"/>
            <a:ext cx="604415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Evolution of Business </a:t>
            </a:r>
            <a:r>
              <a:rPr lang="en-US" b="1" dirty="0" smtClean="0">
                <a:solidFill>
                  <a:schemeClr val="bg1"/>
                </a:solidFill>
              </a:rPr>
              <a:t>Thinking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Traditional view: Profit over everything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Modern view: Profit with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awareness, activism, and global challenges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Sustainability as a long-term survival strategy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057400"/>
            <a:ext cx="467860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Land Pollution – A Hidden Business Cost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Industrial waste dumping and landfills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of mining, deforestation, and urban expansion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Loss of biodiversity and fertile land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economic and social consequences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Business Responsibility in Land Protection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Waste reduction and responsible disposal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sourcing of raw materials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Balancing economic growth and environmental protection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government, businesses, and local communities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Air Pollution – When Growth Chokes the Planet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Emissions from factories, vehicles, and power plants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on public health and productivity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Link between carbon emissions and climate change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contribution to global warming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600200"/>
            <a:ext cx="415426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How Businesses Can Reduce Air Pollution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Energy-efficient manufacturing and logistics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Shift to renewable and clean energy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Innovation in green technology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Compliance turning into competitive advantage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Water Pollution – The Business Risk No One Sees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Industrial discharge and chemical dumping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Agricultural runoff and untreated sewage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Scarcity of clean water affecting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Rising cost of water-related crises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676399"/>
            <a:ext cx="3657600" cy="4509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Corporate Role in Water Conservation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Efficient water usage in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Wastewater treatment and reuse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Collaboration with government and NGOs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Educating consumers and communities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Sustainability in Business?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Meeting present needs without harming future generations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Sustainability as value creation, not charity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Integration into core business strategy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Sustainability in Action – Corporate Examples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Green buildings and energy-efficient offices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Responsible supply chains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Circular economy practices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Sustainability projects linked to profitability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Triple Bottom Line – A New Performance Lens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Limitations of profit-only measurement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Three dimensions: Profit, People, Planet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Stakeholder-focused business evaluation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Reporting beyond financial statements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52600"/>
            <a:ext cx="4318999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Environmentalism as a Competitive Advantage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Brand trust and customer loyalty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Cost savings through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Talent attraction and retention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resilience and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 for Future </a:t>
            </a:r>
            <a:r>
              <a:rPr lang="en-US" b="1" dirty="0" smtClean="0">
                <a:solidFill>
                  <a:schemeClr val="bg1"/>
                </a:solidFill>
              </a:rPr>
              <a:t>Managers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90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Environmental responsibility is unavoidable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Sustainability and profitability can coexist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Managers must think long-term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Smart businesses protect both planet and profit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191000"/>
            <a:ext cx="6792913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</TotalTime>
  <Words>440</Words>
  <Application>Microsoft Office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1. Environmentalism</vt:lpstr>
      <vt:lpstr>Environmentalism &amp; Business – Why It Matters Today</vt:lpstr>
      <vt:lpstr>Evolution of Business Thinking</vt:lpstr>
      <vt:lpstr>Land Pollution – A Hidden Business Cost</vt:lpstr>
      <vt:lpstr>Business Responsibility in Land Protection</vt:lpstr>
      <vt:lpstr>Air Pollution – When Growth Chokes the Planet</vt:lpstr>
      <vt:lpstr>How Businesses Can Reduce Air Pollution</vt:lpstr>
      <vt:lpstr>Water Pollution – The Business Risk No One Sees</vt:lpstr>
      <vt:lpstr>Corporate Role in Water Conservation</vt:lpstr>
      <vt:lpstr>What Is Sustainability in Business?</vt:lpstr>
      <vt:lpstr>Sustainability in Action – Corporate Examples</vt:lpstr>
      <vt:lpstr>Triple Bottom Line – A New Performance Lens</vt:lpstr>
      <vt:lpstr>Environmentalism as a Competitive Advantage</vt:lpstr>
      <vt:lpstr>Key Takeaways for Future Managers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81</cp:revision>
  <dcterms:created xsi:type="dcterms:W3CDTF">2006-08-16T00:00:00Z</dcterms:created>
  <dcterms:modified xsi:type="dcterms:W3CDTF">2026-01-10T10:03:58Z</dcterms:modified>
</cp:coreProperties>
</file>