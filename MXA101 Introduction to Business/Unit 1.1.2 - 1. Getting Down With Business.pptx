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7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6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1. Getting Down With Business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1.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Getting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Down With Business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business in simple terms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understanding business basics matters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Profit as a core objective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relevance across industries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Business?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Business as an economic activity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Goods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services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creation for customers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Profit as reward for risk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524000"/>
            <a:ext cx="2974848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Goods-Based Businesses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Tangible products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Manufacturing examples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Inventory and production focus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Scalability advantages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828800"/>
            <a:ext cx="485775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Service-Based Businesses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Intangible offerings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 experience driven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Human skill dependency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Examples from daily life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828800"/>
            <a:ext cx="4090118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Businesses Offering Both Goods and Services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Hybrid business 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Product + service integration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 lifetime value focus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Competitive differentiation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For-Profit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Nonprofit Organizations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Profit motive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social objective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Revenue usage differences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Operational similarities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business principles still apply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199" y="4114800"/>
            <a:ext cx="7496933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Participants in a Business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Owners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Employees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Interdependency among participants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676400"/>
            <a:ext cx="441532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Role of Owners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Capital investment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Vision and strategy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bearing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decision-making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447800"/>
            <a:ext cx="33147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Role of Employees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Skill and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Operational efficiency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delivery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Organizational culture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447800"/>
            <a:ext cx="3124200" cy="4487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Role of Customers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Demand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Revenue source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Feedback loop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Market survival factor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371600"/>
            <a:ext cx="3200400" cy="4731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Functional Areas of Business – Overview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Management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Marketing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Accounting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Finance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133600"/>
            <a:ext cx="5638800" cy="2790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Management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Planning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Organizing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Staffing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Directing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Operations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Input to output transformation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Quality control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Productivity focus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Cost efficiency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Marketing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Customer need identification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Product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Pricing and promotion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Relationship building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Accounting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Financial reporting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Cost tracking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measurement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Decision support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Finance </a:t>
            </a:r>
            <a:r>
              <a:rPr lang="en-US" b="1" dirty="0" smtClean="0">
                <a:solidFill>
                  <a:schemeClr val="bg1"/>
                </a:solidFill>
              </a:rPr>
              <a:t>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Capital requirement planning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Fund sourcing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Investment decisions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management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External Business Environment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Businesses don’t operate in isolation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External dependency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and uncertainty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adaptability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Economic </a:t>
            </a:r>
            <a:r>
              <a:rPr lang="en-US" b="1" dirty="0" smtClean="0">
                <a:solidFill>
                  <a:schemeClr val="bg1"/>
                </a:solidFill>
              </a:rPr>
              <a:t>Environment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Income levels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Inflation and interest rates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cycles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Purchasing power impact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91000"/>
            <a:ext cx="28479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Government &amp; Legal Environment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Regulations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Taxation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Compliance requirements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Policy impact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14800"/>
            <a:ext cx="25241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Consumer Trends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Changing preferences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Lifestyle shifts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Technology adoption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Demand volatility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14800"/>
            <a:ext cx="24479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Corporate Social Responsibility Pressure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Ethical expectations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Environmental responsibility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Sustainable practices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Brand trust building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14800"/>
            <a:ext cx="31337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Business Environment – Integrated 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Internal + external alignment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balance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sustainability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Competitive advantage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1752600"/>
            <a:ext cx="4648200" cy="453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Business fundamentals recap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functional alignment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External awareness necessity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managers must think holistically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796</TotalTime>
  <Words>429</Words>
  <Application>Microsoft Office PowerPoint</Application>
  <PresentationFormat>On-screen Show (4:3)</PresentationFormat>
  <Paragraphs>197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1. Getting Down With Business</vt:lpstr>
      <vt:lpstr>Introduction</vt:lpstr>
      <vt:lpstr>What Is a Business?</vt:lpstr>
      <vt:lpstr>Goods-Based Businesses</vt:lpstr>
      <vt:lpstr>Service-Based Businesses</vt:lpstr>
      <vt:lpstr>Businesses Offering Both Goods and Services</vt:lpstr>
      <vt:lpstr>For-Profit vs Nonprofit Organizations</vt:lpstr>
      <vt:lpstr>Key Participants in a Business</vt:lpstr>
      <vt:lpstr>Role of Owners</vt:lpstr>
      <vt:lpstr>Role of Employees</vt:lpstr>
      <vt:lpstr>Role of Customers</vt:lpstr>
      <vt:lpstr>Functional Areas of Business – Overview</vt:lpstr>
      <vt:lpstr>Management Function</vt:lpstr>
      <vt:lpstr>Operations Function</vt:lpstr>
      <vt:lpstr>Marketing Function</vt:lpstr>
      <vt:lpstr>Accounting Function</vt:lpstr>
      <vt:lpstr>Finance Function</vt:lpstr>
      <vt:lpstr>External Business Environment</vt:lpstr>
      <vt:lpstr>Economic Environment</vt:lpstr>
      <vt:lpstr>Government &amp; Legal Environment</vt:lpstr>
      <vt:lpstr>Consumer Trends</vt:lpstr>
      <vt:lpstr>Corporate Social Responsibility Pressure</vt:lpstr>
      <vt:lpstr>Business Environment – Integrated View</vt:lpstr>
      <vt:lpstr>Key Takeaways</vt:lpstr>
      <vt:lpstr>Slide 25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83</cp:revision>
  <dcterms:created xsi:type="dcterms:W3CDTF">2006-08-16T00:00:00Z</dcterms:created>
  <dcterms:modified xsi:type="dcterms:W3CDTF">2026-01-08T09:01:59Z</dcterms:modified>
</cp:coreProperties>
</file>