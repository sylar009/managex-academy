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2</a:t>
            </a:r>
            <a:r>
              <a:rPr lang="en-US" b="1" dirty="0" smtClean="0">
                <a:solidFill>
                  <a:schemeClr val="bg1"/>
                </a:solidFill>
              </a:rPr>
              <a:t>. Benefits of Organization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What is a Business?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Meaning of Organization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Group of individuals and teams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Working towards common goals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Coordinated efforts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Planned structure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819400"/>
            <a:ext cx="1981200" cy="198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Organization and Business Success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Clear focus on goals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Better coordination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Smooth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success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Division of Labor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Work divided into tasks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Responsibility assigned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Reduces workload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speed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600200"/>
            <a:ext cx="38766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Specialization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7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Expert handles specific task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Higher quality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Skill-based roles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Professional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6981157" cy="26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Organization Structure and Growth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Supports expansion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Determines resource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Defines reporting relationships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scalability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Efficiency in Organization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Optimal use of resources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Saves time and cost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Reduces wastage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productivity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276600"/>
            <a:ext cx="7294484" cy="271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Delegation of Authority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Transfer of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decision-making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 empowerment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Organizational flexibility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Departmentalization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8956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Grouping of activities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Better coordination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Parallel work possible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 accountability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1752600"/>
            <a:ext cx="550290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Departmentalization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1905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Functional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Divisional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Matrix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Team-based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Network structure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581400"/>
            <a:ext cx="6222285" cy="280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Functional Authority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Specialized decision power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Advisory or control role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compliance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Reduces risk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657600"/>
            <a:ext cx="6649900" cy="197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Organization and Goal Orientation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Aligns individual goals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Achieves organizational objectives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Ensures continuity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diversification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Benefits Summary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Better coordination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Higher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decisions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Conclusion &amp; CTA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Organization is backbone of business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success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management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</TotalTime>
  <Words>248</Words>
  <Application>Microsoft Office PowerPoint</Application>
  <PresentationFormat>On-screen Show (4:3)</PresentationFormat>
  <Paragraphs>115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2. Benefits of Organization</vt:lpstr>
      <vt:lpstr>Meaning of Organization</vt:lpstr>
      <vt:lpstr>Organization and Business Success</vt:lpstr>
      <vt:lpstr>Division of Labor</vt:lpstr>
      <vt:lpstr>Specialization</vt:lpstr>
      <vt:lpstr>Organization Structure and Growth</vt:lpstr>
      <vt:lpstr>Efficiency in Organization</vt:lpstr>
      <vt:lpstr>Delegation of Authority</vt:lpstr>
      <vt:lpstr>Departmentalization</vt:lpstr>
      <vt:lpstr>Types of Departmentalization</vt:lpstr>
      <vt:lpstr>Functional Authority Example</vt:lpstr>
      <vt:lpstr>Organization and Goal Orientation</vt:lpstr>
      <vt:lpstr>Key Benefits Summary</vt:lpstr>
      <vt:lpstr>Conclusion &amp; CTA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81</cp:revision>
  <dcterms:created xsi:type="dcterms:W3CDTF">2006-08-16T00:00:00Z</dcterms:created>
  <dcterms:modified xsi:type="dcterms:W3CDTF">2026-01-01T17:49:31Z</dcterms:modified>
</cp:coreProperties>
</file>